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Play-bold.fntdata"/><Relationship Id="rId10" Type="http://schemas.openxmlformats.org/officeDocument/2006/relationships/slide" Target="slides/slide4.xml"/><Relationship Id="rId21" Type="http://schemas.openxmlformats.org/officeDocument/2006/relationships/font" Target="fonts/Play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658e7705_2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d658e7705_2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658e7705_2_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d658e7705_2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679d2140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679d2140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679d2140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679d21408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679d2140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c679d2140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679d21408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679d21408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679d2140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679d2140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679d21408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c679d21408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679d21408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c679d21408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679d21408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c679d21408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679d21408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679d21408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679d21408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679d21408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679d21408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679d21408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679d21408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c679d21408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258866" y="5004435"/>
            <a:ext cx="641747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- RPS Data</a:t>
            </a:r>
            <a:endParaRPr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7C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 b="18587" l="1" r="-386" t="0"/>
          <a:stretch/>
        </p:blipFill>
        <p:spPr>
          <a:xfrm>
            <a:off x="274670" y="178252"/>
            <a:ext cx="909233" cy="59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238683" y="1248140"/>
            <a:ext cx="86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36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WIPRO NGA Program – 25SUB4530_CP_JAVA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274700" y="1937550"/>
            <a:ext cx="62595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Project Presentation – 9</a:t>
            </a:r>
            <a:r>
              <a:rPr b="0" baseline="3000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Feb &amp; 10</a:t>
            </a:r>
            <a:r>
              <a:rPr b="0" baseline="3000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Feb   2026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274669" y="4605338"/>
            <a:ext cx="3129701" cy="166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www.rpsconsulting.in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274632" y="3352407"/>
            <a:ext cx="50853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 - </a:t>
            </a:r>
            <a:endParaRPr sz="180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</a:rPr>
              <a:t>   58674 - Abhinay Matam</a:t>
            </a:r>
            <a:endParaRPr sz="180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</a:rPr>
              <a:t>   58664- Nandyala Siva Sai Danush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274633" y="2458955"/>
            <a:ext cx="50853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</a:rPr>
              <a:t>E-commerce Order Management System</a:t>
            </a:r>
            <a:endParaRPr sz="180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</a:rPr>
              <a:t>Batch - 11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Introduction:</a:t>
            </a:r>
            <a:endParaRPr sz="1100"/>
          </a:p>
        </p:txBody>
      </p:sp>
      <p:pic>
        <p:nvPicPr>
          <p:cNvPr descr="Logo&#10;&#10;Description automatically generated" id="141" name="Google Shape;1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5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3318568" y="4813934"/>
            <a:ext cx="4694552" cy="18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204800" y="812450"/>
            <a:ext cx="85218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This E-Commerce Order Management System streamlines online shopping by efficiently handling products, orders, and delivery statuses.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application features a responsive Angular frontend, offering distinct dashboards for admins and customers to manage their activities.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Built on a robust Spring Boot backend with Spring Data JPA, it ensures secure, reliable, and high-performance data processing.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To ensure scalability and high availability, the system is containerized with Docker and deployed on the Azure cloud platform.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Key capabilities include real-time product inventory management and comprehensive order lifecycle tracking from placement to delivery.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This full-stack solution demonstrates modern DevOps practices, combining powerful frameworks to solve real-world retail challenges.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Technologies Used:</a:t>
            </a:r>
            <a:endParaRPr sz="1100"/>
          </a:p>
        </p:txBody>
      </p:sp>
      <p:pic>
        <p:nvPicPr>
          <p:cNvPr descr="Logo&#10;&#10;Description automatically generated" id="150" name="Google Shape;1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152" name="Google Shape;152;p27"/>
          <p:cNvSpPr txBox="1"/>
          <p:nvPr/>
        </p:nvSpPr>
        <p:spPr>
          <a:xfrm>
            <a:off x="204800" y="704725"/>
            <a:ext cx="85218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Frontend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 Angular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 </a:t>
            </a:r>
            <a:r>
              <a:rPr lang="en-GB" sz="1600"/>
              <a:t>TypeScript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 </a:t>
            </a:r>
            <a:r>
              <a:rPr lang="en-GB" sz="1600"/>
              <a:t>HTML &amp; </a:t>
            </a:r>
            <a:r>
              <a:rPr lang="en-GB" sz="1600"/>
              <a:t>CSS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Backend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Java 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Spring Boot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Spring Data JPA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Hibernate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MySQL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DevOps &amp; Deployment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Docker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Azure App Service</a:t>
            </a:r>
            <a:endParaRPr sz="1600"/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GitHub</a:t>
            </a:r>
            <a:endParaRPr sz="1600"/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Implementation:</a:t>
            </a:r>
            <a:endParaRPr sz="1100"/>
          </a:p>
        </p:txBody>
      </p:sp>
      <p:pic>
        <p:nvPicPr>
          <p:cNvPr descr="Logo&#10;&#10;Description automatically generated" id="159" name="Google Shape;1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204800" y="812450"/>
            <a:ext cx="85218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Project Setup:</a:t>
            </a:r>
            <a:r>
              <a:rPr lang="en-GB" sz="1600"/>
              <a:t> Initialized the Angular frontend and Spring Boot backend to establish the full-stack architecture.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Database Configuration:</a:t>
            </a:r>
            <a:r>
              <a:rPr lang="en-GB" sz="1600"/>
              <a:t> Configured MySQL and defined JPA entities to model Products, Users, and Order data.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Backend Development:</a:t>
            </a:r>
            <a:r>
              <a:rPr lang="en-GB" sz="1600"/>
              <a:t> Implemented secure REST APIs for authentication, product management, and order processing logic.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Frontend Design:</a:t>
            </a:r>
            <a:r>
              <a:rPr lang="en-GB" sz="1600"/>
              <a:t> Built responsive Angular components for Login, Admin Dashboard, and User Shopping interfaces.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Integration:</a:t>
            </a:r>
            <a:r>
              <a:rPr lang="en-GB" sz="1600"/>
              <a:t> Connected the frontend to backend services using HttpClient to enable real-time data flow.</a:t>
            </a:r>
            <a:endParaRPr sz="1600"/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Deployment:</a:t>
            </a:r>
            <a:r>
              <a:rPr lang="en-GB" sz="1600"/>
              <a:t> Containerized the application with Docker and deployed it to Azure for public accessibility.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Frontend Architecture:</a:t>
            </a:r>
            <a:endParaRPr sz="1100"/>
          </a:p>
        </p:txBody>
      </p:sp>
      <p:pic>
        <p:nvPicPr>
          <p:cNvPr descr="Logo&#10;&#10;Description automatically generated" id="168" name="Google Shape;1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812450"/>
            <a:ext cx="7949549" cy="395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Backend </a:t>
            </a:r>
            <a:r>
              <a:rPr b="1" lang="en-GB" sz="2400">
                <a:solidFill>
                  <a:srgbClr val="0187CC"/>
                </a:solidFill>
              </a:rPr>
              <a:t>Architecture:</a:t>
            </a:r>
            <a:endParaRPr sz="1100"/>
          </a:p>
        </p:txBody>
      </p:sp>
      <p:pic>
        <p:nvPicPr>
          <p:cNvPr descr="Logo&#10;&#10;Description automatically generated" id="178" name="Google Shape;1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2" name="Google Shape;182;p30"/>
          <p:cNvPicPr preferRelativeResize="0"/>
          <p:nvPr/>
        </p:nvPicPr>
        <p:blipFill rotWithShape="1">
          <a:blip r:embed="rId4">
            <a:alphaModFix/>
          </a:blip>
          <a:srcRect b="3124" l="3481" r="2418" t="2482"/>
          <a:stretch/>
        </p:blipFill>
        <p:spPr>
          <a:xfrm>
            <a:off x="615275" y="702738"/>
            <a:ext cx="7913451" cy="400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Database Implementation</a:t>
            </a:r>
            <a:r>
              <a:rPr b="1" lang="en-GB" sz="2400">
                <a:solidFill>
                  <a:srgbClr val="0187CC"/>
                </a:solidFill>
              </a:rPr>
              <a:t>:</a:t>
            </a:r>
            <a:endParaRPr sz="1100"/>
          </a:p>
        </p:txBody>
      </p:sp>
      <p:pic>
        <p:nvPicPr>
          <p:cNvPr descr="Logo&#10;&#10;Description automatically generated" id="188" name="Google Shape;1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1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190" name="Google Shape;190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92" name="Google Shape;192;p31"/>
          <p:cNvPicPr preferRelativeResize="0"/>
          <p:nvPr/>
        </p:nvPicPr>
        <p:blipFill rotWithShape="1">
          <a:blip r:embed="rId4">
            <a:alphaModFix/>
          </a:blip>
          <a:srcRect b="0" l="16294" r="8022" t="0"/>
          <a:stretch/>
        </p:blipFill>
        <p:spPr>
          <a:xfrm>
            <a:off x="1814900" y="812450"/>
            <a:ext cx="5364949" cy="398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Docker </a:t>
            </a:r>
            <a:r>
              <a:rPr b="1" lang="en-GB" sz="2400">
                <a:solidFill>
                  <a:srgbClr val="0187CC"/>
                </a:solidFill>
              </a:rPr>
              <a:t>Implementation:</a:t>
            </a:r>
            <a:endParaRPr sz="1100"/>
          </a:p>
        </p:txBody>
      </p:sp>
      <p:pic>
        <p:nvPicPr>
          <p:cNvPr descr="Logo&#10;&#10;Description automatically generated" id="198" name="Google Shape;1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2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32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02" name="Google Shape;20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812450"/>
            <a:ext cx="7949549" cy="39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Azure </a:t>
            </a:r>
            <a:r>
              <a:rPr b="1" lang="en-GB" sz="2400">
                <a:solidFill>
                  <a:srgbClr val="0187CC"/>
                </a:solidFill>
              </a:rPr>
              <a:t>Deployment</a:t>
            </a:r>
            <a:r>
              <a:rPr b="1" lang="en-GB" sz="2400">
                <a:solidFill>
                  <a:srgbClr val="0187CC"/>
                </a:solidFill>
              </a:rPr>
              <a:t>:</a:t>
            </a:r>
            <a:endParaRPr sz="1100"/>
          </a:p>
        </p:txBody>
      </p:sp>
      <p:pic>
        <p:nvPicPr>
          <p:cNvPr descr="Logo&#10;&#10;Description automatically generated" id="208" name="Google Shape;2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210" name="Google Shape;210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812450"/>
            <a:ext cx="7949549" cy="388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Application Walkthrough:</a:t>
            </a:r>
            <a:endParaRPr sz="1100"/>
          </a:p>
        </p:txBody>
      </p:sp>
      <p:pic>
        <p:nvPicPr>
          <p:cNvPr descr="Logo&#10;&#10;Description automatically generated" id="218" name="Google Shape;2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4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220" name="Google Shape;220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75" y="812450"/>
            <a:ext cx="8113825" cy="3818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Admin Dashboard:</a:t>
            </a:r>
            <a:endParaRPr sz="1100"/>
          </a:p>
        </p:txBody>
      </p:sp>
      <p:pic>
        <p:nvPicPr>
          <p:cNvPr descr="Logo&#10;&#10;Description automatically generated" id="228" name="Google Shape;2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32" name="Google Shape;2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812450"/>
            <a:ext cx="7949549" cy="39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User </a:t>
            </a:r>
            <a:r>
              <a:rPr b="1" lang="en-GB" sz="2400">
                <a:solidFill>
                  <a:srgbClr val="0187CC"/>
                </a:solidFill>
              </a:rPr>
              <a:t>Dashboard:</a:t>
            </a:r>
            <a:endParaRPr sz="1100"/>
          </a:p>
        </p:txBody>
      </p:sp>
      <p:pic>
        <p:nvPicPr>
          <p:cNvPr descr="Logo&#10;&#10;Description automatically generated" id="238" name="Google Shape;23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6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204800" y="812450"/>
            <a:ext cx="852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00" y="812450"/>
            <a:ext cx="7949549" cy="395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Outcome</a:t>
            </a:r>
            <a:r>
              <a:rPr b="1" lang="en-GB" sz="2400">
                <a:solidFill>
                  <a:srgbClr val="0187CC"/>
                </a:solidFill>
              </a:rPr>
              <a:t>:</a:t>
            </a:r>
            <a:endParaRPr sz="1100"/>
          </a:p>
        </p:txBody>
      </p:sp>
      <p:pic>
        <p:nvPicPr>
          <p:cNvPr descr="Logo&#10;&#10;Description automatically generated" id="248" name="Google Shape;24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7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250" name="Google Shape;250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204800" y="812450"/>
            <a:ext cx="8521800" cy="27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Full-Stack Proficiency: Successfully built and integrated a complete web application using Angular (Frontend) and Spring Boot (Backend).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Scalable Deployment: Demonstrated cloud readiness by deploying the system on Azure App Service, ensuring accessibility and high availability.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Secure Architecture: Implemented Role-Based Access Control (RBAC) to secure sensitive administrative data while providing a seamless shopping experience for users.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Real-World Simulation: Delivered a functional E-Commerce platform that handles the complete order lifecycle, solving practical business requirements.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/>
          <p:nvPr/>
        </p:nvSpPr>
        <p:spPr>
          <a:xfrm>
            <a:off x="204806" y="223731"/>
            <a:ext cx="75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187CC"/>
                </a:solidFill>
              </a:rPr>
              <a:t>Conclusion</a:t>
            </a:r>
            <a:r>
              <a:rPr b="1" lang="en-GB" sz="2400">
                <a:solidFill>
                  <a:srgbClr val="0187CC"/>
                </a:solidFill>
              </a:rPr>
              <a:t>:</a:t>
            </a:r>
            <a:endParaRPr sz="1100"/>
          </a:p>
        </p:txBody>
      </p:sp>
      <p:pic>
        <p:nvPicPr>
          <p:cNvPr descr="Logo&#10;&#10;Description automatically generated" id="257" name="Google Shape;25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72" y="4798413"/>
            <a:ext cx="484324" cy="31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8"/>
          <p:cNvSpPr txBox="1"/>
          <p:nvPr/>
        </p:nvSpPr>
        <p:spPr>
          <a:xfrm>
            <a:off x="3318568" y="4813934"/>
            <a:ext cx="469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2024 - RPS Consulting all rights reserved</a:t>
            </a:r>
            <a:endParaRPr sz="1100"/>
          </a:p>
        </p:txBody>
      </p:sp>
      <p:sp>
        <p:nvSpPr>
          <p:cNvPr id="259" name="Google Shape;259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204800" y="812450"/>
            <a:ext cx="85218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Mission Accomplished:</a:t>
            </a:r>
            <a:r>
              <a:rPr lang="en-GB" sz="1700"/>
              <a:t> The project successfully delivers a robust, end-to-end E-Commerce solution, bridging the gap between product management and customer satisfaction.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Modern Architecture:</a:t>
            </a:r>
            <a:r>
              <a:rPr lang="en-GB" sz="1700"/>
              <a:t> By leveraging Angular, Spring Boot, and Azure, the system is built on industry-standard technologies that ensure performance, security, and scalability.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Future-Ready:</a:t>
            </a:r>
            <a:r>
              <a:rPr lang="en-GB" sz="1700"/>
              <a:t> The modular design allows for easy integration of advanced features like AI-driven recommendations and multiple payment gateways in future updates.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Closing thought:</a:t>
            </a:r>
            <a:r>
              <a:rPr lang="en-GB" sz="1700"/>
              <a:t> "This project not only solidified my full-stack development skills but also provided a scalable platform ready for real-world deployment."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